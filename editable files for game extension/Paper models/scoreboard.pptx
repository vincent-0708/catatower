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69181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592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4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68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7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9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0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3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3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7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0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0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22013-C5AC-4259-95AC-09F8F3CB793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5FCAE-029C-4321-A53D-E659BA97F70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0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e 155">
            <a:extLst>
              <a:ext uri="{FF2B5EF4-FFF2-40B4-BE49-F238E27FC236}">
                <a16:creationId xmlns:a16="http://schemas.microsoft.com/office/drawing/2014/main" id="{2EDD7755-E5A8-B755-D8D7-387990294171}"/>
              </a:ext>
            </a:extLst>
          </p:cNvPr>
          <p:cNvGrpSpPr/>
          <p:nvPr/>
        </p:nvGrpSpPr>
        <p:grpSpPr>
          <a:xfrm>
            <a:off x="30505" y="203099"/>
            <a:ext cx="2448001" cy="5137360"/>
            <a:chOff x="50570" y="208546"/>
            <a:chExt cx="2448001" cy="5137360"/>
          </a:xfrm>
        </p:grpSpPr>
        <p:grpSp>
          <p:nvGrpSpPr>
            <p:cNvPr id="70" name="Groupe 69">
              <a:extLst>
                <a:ext uri="{FF2B5EF4-FFF2-40B4-BE49-F238E27FC236}">
                  <a16:creationId xmlns:a16="http://schemas.microsoft.com/office/drawing/2014/main" id="{AE7BEFF2-9AA3-8820-20BE-67D2BC05A647}"/>
                </a:ext>
              </a:extLst>
            </p:cNvPr>
            <p:cNvGrpSpPr/>
            <p:nvPr/>
          </p:nvGrpSpPr>
          <p:grpSpPr>
            <a:xfrm>
              <a:off x="50570" y="208546"/>
              <a:ext cx="2448001" cy="5137360"/>
              <a:chOff x="54265" y="208546"/>
              <a:chExt cx="2448001" cy="5137360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1578C455-59D8-9D21-122A-C259C70B037C}"/>
                  </a:ext>
                </a:extLst>
              </p:cNvPr>
              <p:cNvSpPr/>
              <p:nvPr/>
            </p:nvSpPr>
            <p:spPr>
              <a:xfrm>
                <a:off x="54266" y="208546"/>
                <a:ext cx="2448000" cy="51373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Connecteur droit 26">
                <a:extLst>
                  <a:ext uri="{FF2B5EF4-FFF2-40B4-BE49-F238E27FC236}">
                    <a16:creationId xmlns:a16="http://schemas.microsoft.com/office/drawing/2014/main" id="{28AB51B2-D045-2FB9-C5A5-898EBBC6EE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92826"/>
                <a:ext cx="244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Connecteur droit 27">
                <a:extLst>
                  <a:ext uri="{FF2B5EF4-FFF2-40B4-BE49-F238E27FC236}">
                    <a16:creationId xmlns:a16="http://schemas.microsoft.com/office/drawing/2014/main" id="{BA75BE14-4ACB-68A2-4726-49DE8BF00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93258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Connecteur droit 28">
                <a:extLst>
                  <a:ext uri="{FF2B5EF4-FFF2-40B4-BE49-F238E27FC236}">
                    <a16:creationId xmlns:a16="http://schemas.microsoft.com/office/drawing/2014/main" id="{DDEE1FAC-AE53-3D54-1DDB-FD98CBADD8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27234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FDBFA405-48C3-8533-D679-78BED1ABE1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61210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30">
                <a:extLst>
                  <a:ext uri="{FF2B5EF4-FFF2-40B4-BE49-F238E27FC236}">
                    <a16:creationId xmlns:a16="http://schemas.microsoft.com/office/drawing/2014/main" id="{A438BAF1-F994-7DDB-FB7C-3E5317E877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951862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Connecteur droit 31">
                <a:extLst>
                  <a:ext uri="{FF2B5EF4-FFF2-40B4-BE49-F238E27FC236}">
                    <a16:creationId xmlns:a16="http://schemas.microsoft.com/office/drawing/2014/main" id="{6043C91C-09AB-6479-CCDA-C7D7DC66D7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291621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Connecteur droit 32">
                <a:extLst>
                  <a:ext uri="{FF2B5EF4-FFF2-40B4-BE49-F238E27FC236}">
                    <a16:creationId xmlns:a16="http://schemas.microsoft.com/office/drawing/2014/main" id="{D7BF7A5D-1045-E1E1-7B4C-734EEFA90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631380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33">
                <a:extLst>
                  <a:ext uri="{FF2B5EF4-FFF2-40B4-BE49-F238E27FC236}">
                    <a16:creationId xmlns:a16="http://schemas.microsoft.com/office/drawing/2014/main" id="{46C4EC1A-3AFB-0DDC-529D-089063D098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971139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Connecteur droit 34">
                <a:extLst>
                  <a:ext uri="{FF2B5EF4-FFF2-40B4-BE49-F238E27FC236}">
                    <a16:creationId xmlns:a16="http://schemas.microsoft.com/office/drawing/2014/main" id="{4F2EAF4E-1AAE-E94B-EFA7-E9732D0B4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310898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Connecteur droit 35">
                <a:extLst>
                  <a:ext uri="{FF2B5EF4-FFF2-40B4-BE49-F238E27FC236}">
                    <a16:creationId xmlns:a16="http://schemas.microsoft.com/office/drawing/2014/main" id="{CC93D798-1945-EB71-1DC0-96F9433A0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650657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Connecteur droit 36">
                <a:extLst>
                  <a:ext uri="{FF2B5EF4-FFF2-40B4-BE49-F238E27FC236}">
                    <a16:creationId xmlns:a16="http://schemas.microsoft.com/office/drawing/2014/main" id="{A93EA4E9-F8FB-4D45-EE59-E3A5A9A78A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990416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Connecteur droit 37">
                <a:extLst>
                  <a:ext uri="{FF2B5EF4-FFF2-40B4-BE49-F238E27FC236}">
                    <a16:creationId xmlns:a16="http://schemas.microsoft.com/office/drawing/2014/main" id="{54F33DFF-405A-CF70-AB73-91DEE5611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33017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Connecteur droit 38">
                <a:extLst>
                  <a:ext uri="{FF2B5EF4-FFF2-40B4-BE49-F238E27FC236}">
                    <a16:creationId xmlns:a16="http://schemas.microsoft.com/office/drawing/2014/main" id="{BD13650D-6F6E-2EDA-54E9-CD049391C2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66993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519DA958-5800-33EE-49A0-F9B81ACC4D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00969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9" name="Rectangle : avec coins arrondis en haut 68">
                <a:extLst>
                  <a:ext uri="{FF2B5EF4-FFF2-40B4-BE49-F238E27FC236}">
                    <a16:creationId xmlns:a16="http://schemas.microsoft.com/office/drawing/2014/main" id="{6A13F99E-07B3-23B1-B9C3-826E96554C41}"/>
                  </a:ext>
                </a:extLst>
              </p:cNvPr>
              <p:cNvSpPr/>
              <p:nvPr/>
            </p:nvSpPr>
            <p:spPr>
              <a:xfrm>
                <a:off x="54265" y="208546"/>
                <a:ext cx="2447305" cy="3842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3B95B6E0-D0EC-6BE6-1B16-7AE232DBBD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90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21">
                <a:extLst>
                  <a:ext uri="{FF2B5EF4-FFF2-40B4-BE49-F238E27FC236}">
                    <a16:creationId xmlns:a16="http://schemas.microsoft.com/office/drawing/2014/main" id="{58B84F97-7246-50E8-41D1-CB791064B7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49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Connecteur droit 22">
                <a:extLst>
                  <a:ext uri="{FF2B5EF4-FFF2-40B4-BE49-F238E27FC236}">
                    <a16:creationId xmlns:a16="http://schemas.microsoft.com/office/drawing/2014/main" id="{AD65887C-44CA-C59F-CB30-F586891FB2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08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Connecteur droit 23">
                <a:extLst>
                  <a:ext uri="{FF2B5EF4-FFF2-40B4-BE49-F238E27FC236}">
                    <a16:creationId xmlns:a16="http://schemas.microsoft.com/office/drawing/2014/main" id="{0E0A8E6D-C091-E9D7-AD9A-C6043E1C27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367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026" name="Picture 2" descr="Image générée">
              <a:extLst>
                <a:ext uri="{FF2B5EF4-FFF2-40B4-BE49-F238E27FC236}">
                  <a16:creationId xmlns:a16="http://schemas.microsoft.com/office/drawing/2014/main" id="{CC67DD94-E26E-84F8-D846-73E53871C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52832" y1="25684" x2="52832" y2="25684"/>
                          <a14:foregroundMark x1="49219" y1="31738" x2="49219" y2="31738"/>
                          <a14:foregroundMark x1="52637" y1="30273" x2="52637" y2="30273"/>
                          <a14:foregroundMark x1="52246" y1="19043" x2="52246" y2="19043"/>
                          <a14:foregroundMark x1="52246" y1="14941" x2="52246" y2="14941"/>
                          <a14:foregroundMark x1="42383" y1="14551" x2="42383" y2="14551"/>
                          <a14:foregroundMark x1="50000" y1="43164" x2="50000" y2="43164"/>
                          <a14:foregroundMark x1="64941" y1="31152" x2="64941" y2="31152"/>
                          <a14:foregroundMark x1="66113" y1="26270" x2="66113" y2="26270"/>
                          <a14:foregroundMark x1="63477" y1="22070" x2="63477" y2="22070"/>
                          <a14:foregroundMark x1="47754" y1="24414" x2="47754" y2="24414"/>
                          <a14:foregroundMark x1="32910" y1="49219" x2="32910" y2="492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1" y="1901190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E6FB51BA-6370-C7EE-6E08-6DBC8DE7AC60}"/>
              </a:ext>
            </a:extLst>
          </p:cNvPr>
          <p:cNvGrpSpPr/>
          <p:nvPr/>
        </p:nvGrpSpPr>
        <p:grpSpPr>
          <a:xfrm>
            <a:off x="2542568" y="203099"/>
            <a:ext cx="2448001" cy="5137360"/>
            <a:chOff x="50570" y="208546"/>
            <a:chExt cx="2448001" cy="5137360"/>
          </a:xfrm>
        </p:grpSpPr>
        <p:grpSp>
          <p:nvGrpSpPr>
            <p:cNvPr id="158" name="Groupe 157">
              <a:extLst>
                <a:ext uri="{FF2B5EF4-FFF2-40B4-BE49-F238E27FC236}">
                  <a16:creationId xmlns:a16="http://schemas.microsoft.com/office/drawing/2014/main" id="{4CE1E3C3-798F-CCFB-A01A-E0FD6E47681E}"/>
                </a:ext>
              </a:extLst>
            </p:cNvPr>
            <p:cNvGrpSpPr/>
            <p:nvPr/>
          </p:nvGrpSpPr>
          <p:grpSpPr>
            <a:xfrm>
              <a:off x="50570" y="208546"/>
              <a:ext cx="2448001" cy="5137360"/>
              <a:chOff x="54265" y="208546"/>
              <a:chExt cx="2448001" cy="5137360"/>
            </a:xfrm>
          </p:grpSpPr>
          <p:sp>
            <p:nvSpPr>
              <p:cNvPr id="160" name="Rectangle : coins arrondis 159">
                <a:extLst>
                  <a:ext uri="{FF2B5EF4-FFF2-40B4-BE49-F238E27FC236}">
                    <a16:creationId xmlns:a16="http://schemas.microsoft.com/office/drawing/2014/main" id="{BA132906-0019-401E-DB20-3281B97475C0}"/>
                  </a:ext>
                </a:extLst>
              </p:cNvPr>
              <p:cNvSpPr/>
              <p:nvPr/>
            </p:nvSpPr>
            <p:spPr>
              <a:xfrm>
                <a:off x="54266" y="208546"/>
                <a:ext cx="2448000" cy="51373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1" name="Connecteur droit 160">
                <a:extLst>
                  <a:ext uri="{FF2B5EF4-FFF2-40B4-BE49-F238E27FC236}">
                    <a16:creationId xmlns:a16="http://schemas.microsoft.com/office/drawing/2014/main" id="{418CB207-049F-2D74-D850-C342C36C5B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92826"/>
                <a:ext cx="244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Connecteur droit 161">
                <a:extLst>
                  <a:ext uri="{FF2B5EF4-FFF2-40B4-BE49-F238E27FC236}">
                    <a16:creationId xmlns:a16="http://schemas.microsoft.com/office/drawing/2014/main" id="{900298D5-3110-9B3C-743A-B23B457D23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93258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Connecteur droit 162">
                <a:extLst>
                  <a:ext uri="{FF2B5EF4-FFF2-40B4-BE49-F238E27FC236}">
                    <a16:creationId xmlns:a16="http://schemas.microsoft.com/office/drawing/2014/main" id="{BE3B99FD-D843-7D91-58D4-9CBF98C5FC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27234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4" name="Connecteur droit 163">
                <a:extLst>
                  <a:ext uri="{FF2B5EF4-FFF2-40B4-BE49-F238E27FC236}">
                    <a16:creationId xmlns:a16="http://schemas.microsoft.com/office/drawing/2014/main" id="{519ACDCF-58C6-FF8B-A815-9D1C62ECBF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61210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Connecteur droit 164">
                <a:extLst>
                  <a:ext uri="{FF2B5EF4-FFF2-40B4-BE49-F238E27FC236}">
                    <a16:creationId xmlns:a16="http://schemas.microsoft.com/office/drawing/2014/main" id="{3F993194-BC28-9783-28AC-353269750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951862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Connecteur droit 165">
                <a:extLst>
                  <a:ext uri="{FF2B5EF4-FFF2-40B4-BE49-F238E27FC236}">
                    <a16:creationId xmlns:a16="http://schemas.microsoft.com/office/drawing/2014/main" id="{ADB52A9D-2E0C-6447-7DBE-D776C47C5D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291621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Connecteur droit 166">
                <a:extLst>
                  <a:ext uri="{FF2B5EF4-FFF2-40B4-BE49-F238E27FC236}">
                    <a16:creationId xmlns:a16="http://schemas.microsoft.com/office/drawing/2014/main" id="{E374A2A3-7925-9BFE-6989-9776377160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631380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Connecteur droit 167">
                <a:extLst>
                  <a:ext uri="{FF2B5EF4-FFF2-40B4-BE49-F238E27FC236}">
                    <a16:creationId xmlns:a16="http://schemas.microsoft.com/office/drawing/2014/main" id="{0578269B-E965-A1BB-0FB2-2C0FD0F40E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971139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Connecteur droit 168">
                <a:extLst>
                  <a:ext uri="{FF2B5EF4-FFF2-40B4-BE49-F238E27FC236}">
                    <a16:creationId xmlns:a16="http://schemas.microsoft.com/office/drawing/2014/main" id="{C0D0DD81-6840-C996-1731-E3B60DD3DE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310898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Connecteur droit 169">
                <a:extLst>
                  <a:ext uri="{FF2B5EF4-FFF2-40B4-BE49-F238E27FC236}">
                    <a16:creationId xmlns:a16="http://schemas.microsoft.com/office/drawing/2014/main" id="{1433F04D-DCEF-2D25-CCF4-93AA121B5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650657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Connecteur droit 170">
                <a:extLst>
                  <a:ext uri="{FF2B5EF4-FFF2-40B4-BE49-F238E27FC236}">
                    <a16:creationId xmlns:a16="http://schemas.microsoft.com/office/drawing/2014/main" id="{1DC6DBC9-0764-266F-AC1D-3CA84527AB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990416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2" name="Connecteur droit 171">
                <a:extLst>
                  <a:ext uri="{FF2B5EF4-FFF2-40B4-BE49-F238E27FC236}">
                    <a16:creationId xmlns:a16="http://schemas.microsoft.com/office/drawing/2014/main" id="{41C27523-E1C9-68CD-D850-E8B475340C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33017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Connecteur droit 172">
                <a:extLst>
                  <a:ext uri="{FF2B5EF4-FFF2-40B4-BE49-F238E27FC236}">
                    <a16:creationId xmlns:a16="http://schemas.microsoft.com/office/drawing/2014/main" id="{DE693EA4-CF17-9729-F79B-7AEC48A309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66993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Connecteur droit 173">
                <a:extLst>
                  <a:ext uri="{FF2B5EF4-FFF2-40B4-BE49-F238E27FC236}">
                    <a16:creationId xmlns:a16="http://schemas.microsoft.com/office/drawing/2014/main" id="{8C146B2C-B847-0EA1-BF4F-FFE501759D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00969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5" name="Rectangle : avec coins arrondis en haut 174">
                <a:extLst>
                  <a:ext uri="{FF2B5EF4-FFF2-40B4-BE49-F238E27FC236}">
                    <a16:creationId xmlns:a16="http://schemas.microsoft.com/office/drawing/2014/main" id="{09E5BB19-4410-A256-05DD-387FABEE391B}"/>
                  </a:ext>
                </a:extLst>
              </p:cNvPr>
              <p:cNvSpPr/>
              <p:nvPr/>
            </p:nvSpPr>
            <p:spPr>
              <a:xfrm>
                <a:off x="54265" y="208546"/>
                <a:ext cx="2447305" cy="3842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6" name="Connecteur droit 175">
                <a:extLst>
                  <a:ext uri="{FF2B5EF4-FFF2-40B4-BE49-F238E27FC236}">
                    <a16:creationId xmlns:a16="http://schemas.microsoft.com/office/drawing/2014/main" id="{7199A641-1F8F-7395-44B4-6C84532BC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90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7" name="Connecteur droit 176">
                <a:extLst>
                  <a:ext uri="{FF2B5EF4-FFF2-40B4-BE49-F238E27FC236}">
                    <a16:creationId xmlns:a16="http://schemas.microsoft.com/office/drawing/2014/main" id="{B613CB74-CDE2-5BFB-A0BF-AB873E4BFB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49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Connecteur droit 177">
                <a:extLst>
                  <a:ext uri="{FF2B5EF4-FFF2-40B4-BE49-F238E27FC236}">
                    <a16:creationId xmlns:a16="http://schemas.microsoft.com/office/drawing/2014/main" id="{B36D65F1-014D-D348-6836-C9CE35A9F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08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Connecteur droit 178">
                <a:extLst>
                  <a:ext uri="{FF2B5EF4-FFF2-40B4-BE49-F238E27FC236}">
                    <a16:creationId xmlns:a16="http://schemas.microsoft.com/office/drawing/2014/main" id="{635665FE-B00D-0C79-138F-B5E6468CA6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367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59" name="Picture 2" descr="Image générée">
              <a:extLst>
                <a:ext uri="{FF2B5EF4-FFF2-40B4-BE49-F238E27FC236}">
                  <a16:creationId xmlns:a16="http://schemas.microsoft.com/office/drawing/2014/main" id="{80BEBA78-08C6-0698-749F-D59BB8A00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52832" y1="25684" x2="52832" y2="25684"/>
                          <a14:foregroundMark x1="49219" y1="31738" x2="49219" y2="31738"/>
                          <a14:foregroundMark x1="52637" y1="30273" x2="52637" y2="30273"/>
                          <a14:foregroundMark x1="52246" y1="19043" x2="52246" y2="19043"/>
                          <a14:foregroundMark x1="52246" y1="14941" x2="52246" y2="14941"/>
                          <a14:foregroundMark x1="42383" y1="14551" x2="42383" y2="14551"/>
                          <a14:foregroundMark x1="50000" y1="43164" x2="50000" y2="43164"/>
                          <a14:foregroundMark x1="64941" y1="31152" x2="64941" y2="31152"/>
                          <a14:foregroundMark x1="66113" y1="26270" x2="66113" y2="26270"/>
                          <a14:foregroundMark x1="63477" y1="22070" x2="63477" y2="22070"/>
                          <a14:foregroundMark x1="47754" y1="24414" x2="47754" y2="24414"/>
                          <a14:foregroundMark x1="32910" y1="49219" x2="32910" y2="492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1" y="1901190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48D87D45-4836-C225-D9BF-A716DEAFA8E4}"/>
              </a:ext>
            </a:extLst>
          </p:cNvPr>
          <p:cNvGrpSpPr/>
          <p:nvPr/>
        </p:nvGrpSpPr>
        <p:grpSpPr>
          <a:xfrm>
            <a:off x="5050714" y="203099"/>
            <a:ext cx="2448001" cy="5137360"/>
            <a:chOff x="50570" y="208546"/>
            <a:chExt cx="2448001" cy="5137360"/>
          </a:xfrm>
        </p:grpSpPr>
        <p:grpSp>
          <p:nvGrpSpPr>
            <p:cNvPr id="181" name="Groupe 180">
              <a:extLst>
                <a:ext uri="{FF2B5EF4-FFF2-40B4-BE49-F238E27FC236}">
                  <a16:creationId xmlns:a16="http://schemas.microsoft.com/office/drawing/2014/main" id="{16334CC1-5B0C-65C4-5A73-65E8BB64B6E6}"/>
                </a:ext>
              </a:extLst>
            </p:cNvPr>
            <p:cNvGrpSpPr/>
            <p:nvPr/>
          </p:nvGrpSpPr>
          <p:grpSpPr>
            <a:xfrm>
              <a:off x="50570" y="208546"/>
              <a:ext cx="2448001" cy="5137360"/>
              <a:chOff x="54265" y="208546"/>
              <a:chExt cx="2448001" cy="5137360"/>
            </a:xfrm>
          </p:grpSpPr>
          <p:sp>
            <p:nvSpPr>
              <p:cNvPr id="183" name="Rectangle : coins arrondis 182">
                <a:extLst>
                  <a:ext uri="{FF2B5EF4-FFF2-40B4-BE49-F238E27FC236}">
                    <a16:creationId xmlns:a16="http://schemas.microsoft.com/office/drawing/2014/main" id="{DEFA950A-5251-9B95-6D20-2F04E609611C}"/>
                  </a:ext>
                </a:extLst>
              </p:cNvPr>
              <p:cNvSpPr/>
              <p:nvPr/>
            </p:nvSpPr>
            <p:spPr>
              <a:xfrm>
                <a:off x="54266" y="208546"/>
                <a:ext cx="2448000" cy="51373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4" name="Connecteur droit 183">
                <a:extLst>
                  <a:ext uri="{FF2B5EF4-FFF2-40B4-BE49-F238E27FC236}">
                    <a16:creationId xmlns:a16="http://schemas.microsoft.com/office/drawing/2014/main" id="{751558C4-A5E0-897C-E957-7A4FE02D7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92826"/>
                <a:ext cx="244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Connecteur droit 184">
                <a:extLst>
                  <a:ext uri="{FF2B5EF4-FFF2-40B4-BE49-F238E27FC236}">
                    <a16:creationId xmlns:a16="http://schemas.microsoft.com/office/drawing/2014/main" id="{A203F81D-B711-EC64-417B-78915AF112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93258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Connecteur droit 185">
                <a:extLst>
                  <a:ext uri="{FF2B5EF4-FFF2-40B4-BE49-F238E27FC236}">
                    <a16:creationId xmlns:a16="http://schemas.microsoft.com/office/drawing/2014/main" id="{4EA0908F-15AB-B161-EDE5-2866ED969C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27234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7" name="Connecteur droit 186">
                <a:extLst>
                  <a:ext uri="{FF2B5EF4-FFF2-40B4-BE49-F238E27FC236}">
                    <a16:creationId xmlns:a16="http://schemas.microsoft.com/office/drawing/2014/main" id="{E2D5C59C-FDF1-C12B-F4B1-4AD8CEEC9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61210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Connecteur droit 187">
                <a:extLst>
                  <a:ext uri="{FF2B5EF4-FFF2-40B4-BE49-F238E27FC236}">
                    <a16:creationId xmlns:a16="http://schemas.microsoft.com/office/drawing/2014/main" id="{C9206AB2-DE4E-C319-DB2F-83F51DEAE3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951862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Connecteur droit 188">
                <a:extLst>
                  <a:ext uri="{FF2B5EF4-FFF2-40B4-BE49-F238E27FC236}">
                    <a16:creationId xmlns:a16="http://schemas.microsoft.com/office/drawing/2014/main" id="{D2881B4B-0730-EEFD-BB71-655F31C856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291621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0" name="Connecteur droit 189">
                <a:extLst>
                  <a:ext uri="{FF2B5EF4-FFF2-40B4-BE49-F238E27FC236}">
                    <a16:creationId xmlns:a16="http://schemas.microsoft.com/office/drawing/2014/main" id="{2B83A684-D32B-FEF1-21DA-D0BDA96B47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631380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1" name="Connecteur droit 190">
                <a:extLst>
                  <a:ext uri="{FF2B5EF4-FFF2-40B4-BE49-F238E27FC236}">
                    <a16:creationId xmlns:a16="http://schemas.microsoft.com/office/drawing/2014/main" id="{A3B3C91D-FE77-B4BF-3FE6-64F665DF4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971139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4" name="Connecteur droit 1023">
                <a:extLst>
                  <a:ext uri="{FF2B5EF4-FFF2-40B4-BE49-F238E27FC236}">
                    <a16:creationId xmlns:a16="http://schemas.microsoft.com/office/drawing/2014/main" id="{8FBFDD53-3904-18E8-1EC1-003B9B8DF1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310898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5" name="Connecteur droit 1024">
                <a:extLst>
                  <a:ext uri="{FF2B5EF4-FFF2-40B4-BE49-F238E27FC236}">
                    <a16:creationId xmlns:a16="http://schemas.microsoft.com/office/drawing/2014/main" id="{F5DD93FD-D206-EF88-6A9F-062D205DD0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650657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7" name="Connecteur droit 1026">
                <a:extLst>
                  <a:ext uri="{FF2B5EF4-FFF2-40B4-BE49-F238E27FC236}">
                    <a16:creationId xmlns:a16="http://schemas.microsoft.com/office/drawing/2014/main" id="{6BE902BC-352D-5966-EF6E-FC8FC35192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990416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8" name="Connecteur droit 1027">
                <a:extLst>
                  <a:ext uri="{FF2B5EF4-FFF2-40B4-BE49-F238E27FC236}">
                    <a16:creationId xmlns:a16="http://schemas.microsoft.com/office/drawing/2014/main" id="{316526D3-B7B7-51B7-2729-9AF4C5CE3B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33017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9" name="Connecteur droit 1028">
                <a:extLst>
                  <a:ext uri="{FF2B5EF4-FFF2-40B4-BE49-F238E27FC236}">
                    <a16:creationId xmlns:a16="http://schemas.microsoft.com/office/drawing/2014/main" id="{1A4ED187-70E2-0E86-7B7F-131B94A7DA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66993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0" name="Connecteur droit 1029">
                <a:extLst>
                  <a:ext uri="{FF2B5EF4-FFF2-40B4-BE49-F238E27FC236}">
                    <a16:creationId xmlns:a16="http://schemas.microsoft.com/office/drawing/2014/main" id="{D2BAA140-D322-9B87-BBA5-AEFACD0859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00969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31" name="Rectangle : avec coins arrondis en haut 1030">
                <a:extLst>
                  <a:ext uri="{FF2B5EF4-FFF2-40B4-BE49-F238E27FC236}">
                    <a16:creationId xmlns:a16="http://schemas.microsoft.com/office/drawing/2014/main" id="{7C2DD49A-0AD0-E68E-1799-AF713EA9CC9F}"/>
                  </a:ext>
                </a:extLst>
              </p:cNvPr>
              <p:cNvSpPr/>
              <p:nvPr/>
            </p:nvSpPr>
            <p:spPr>
              <a:xfrm>
                <a:off x="54265" y="208546"/>
                <a:ext cx="2447305" cy="3842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2" name="Connecteur droit 1031">
                <a:extLst>
                  <a:ext uri="{FF2B5EF4-FFF2-40B4-BE49-F238E27FC236}">
                    <a16:creationId xmlns:a16="http://schemas.microsoft.com/office/drawing/2014/main" id="{B3764ABA-59F0-ED9C-FE04-F6783520B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90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3" name="Connecteur droit 1032">
                <a:extLst>
                  <a:ext uri="{FF2B5EF4-FFF2-40B4-BE49-F238E27FC236}">
                    <a16:creationId xmlns:a16="http://schemas.microsoft.com/office/drawing/2014/main" id="{0C1D51C6-19DA-7C1D-D5F6-D91AE8C3C0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49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4" name="Connecteur droit 1033">
                <a:extLst>
                  <a:ext uri="{FF2B5EF4-FFF2-40B4-BE49-F238E27FC236}">
                    <a16:creationId xmlns:a16="http://schemas.microsoft.com/office/drawing/2014/main" id="{A5029D10-FBF0-4795-921B-6B4516778F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08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5" name="Connecteur droit 1034">
                <a:extLst>
                  <a:ext uri="{FF2B5EF4-FFF2-40B4-BE49-F238E27FC236}">
                    <a16:creationId xmlns:a16="http://schemas.microsoft.com/office/drawing/2014/main" id="{EB1968D5-2521-1098-77AF-4F3369033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367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82" name="Picture 2" descr="Image générée">
              <a:extLst>
                <a:ext uri="{FF2B5EF4-FFF2-40B4-BE49-F238E27FC236}">
                  <a16:creationId xmlns:a16="http://schemas.microsoft.com/office/drawing/2014/main" id="{1DF78651-21A4-7324-41C6-1385273D25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52832" y1="25684" x2="52832" y2="25684"/>
                          <a14:foregroundMark x1="49219" y1="31738" x2="49219" y2="31738"/>
                          <a14:foregroundMark x1="52637" y1="30273" x2="52637" y2="30273"/>
                          <a14:foregroundMark x1="52246" y1="19043" x2="52246" y2="19043"/>
                          <a14:foregroundMark x1="52246" y1="14941" x2="52246" y2="14941"/>
                          <a14:foregroundMark x1="42383" y1="14551" x2="42383" y2="14551"/>
                          <a14:foregroundMark x1="50000" y1="43164" x2="50000" y2="43164"/>
                          <a14:foregroundMark x1="64941" y1="31152" x2="64941" y2="31152"/>
                          <a14:foregroundMark x1="66113" y1="26270" x2="66113" y2="26270"/>
                          <a14:foregroundMark x1="63477" y1="22070" x2="63477" y2="22070"/>
                          <a14:foregroundMark x1="47754" y1="24414" x2="47754" y2="24414"/>
                          <a14:foregroundMark x1="32910" y1="49219" x2="32910" y2="492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1" y="1901190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6" name="Groupe 1035">
            <a:extLst>
              <a:ext uri="{FF2B5EF4-FFF2-40B4-BE49-F238E27FC236}">
                <a16:creationId xmlns:a16="http://schemas.microsoft.com/office/drawing/2014/main" id="{9B23F4BC-6B13-1634-CFCC-ABF020FB6832}"/>
              </a:ext>
            </a:extLst>
          </p:cNvPr>
          <p:cNvGrpSpPr/>
          <p:nvPr/>
        </p:nvGrpSpPr>
        <p:grpSpPr>
          <a:xfrm>
            <a:off x="5050714" y="5450179"/>
            <a:ext cx="2448001" cy="5137360"/>
            <a:chOff x="50570" y="208546"/>
            <a:chExt cx="2448001" cy="5137360"/>
          </a:xfrm>
        </p:grpSpPr>
        <p:grpSp>
          <p:nvGrpSpPr>
            <p:cNvPr id="1037" name="Groupe 1036">
              <a:extLst>
                <a:ext uri="{FF2B5EF4-FFF2-40B4-BE49-F238E27FC236}">
                  <a16:creationId xmlns:a16="http://schemas.microsoft.com/office/drawing/2014/main" id="{3A6E97B2-ACD7-5B87-29C3-A529857A85DD}"/>
                </a:ext>
              </a:extLst>
            </p:cNvPr>
            <p:cNvGrpSpPr/>
            <p:nvPr/>
          </p:nvGrpSpPr>
          <p:grpSpPr>
            <a:xfrm>
              <a:off x="50570" y="208546"/>
              <a:ext cx="2448001" cy="5137360"/>
              <a:chOff x="54265" y="208546"/>
              <a:chExt cx="2448001" cy="5137360"/>
            </a:xfrm>
          </p:grpSpPr>
          <p:sp>
            <p:nvSpPr>
              <p:cNvPr id="1039" name="Rectangle : coins arrondis 1038">
                <a:extLst>
                  <a:ext uri="{FF2B5EF4-FFF2-40B4-BE49-F238E27FC236}">
                    <a16:creationId xmlns:a16="http://schemas.microsoft.com/office/drawing/2014/main" id="{27623EA5-82C9-4EB8-2222-B84EDA9A3BFD}"/>
                  </a:ext>
                </a:extLst>
              </p:cNvPr>
              <p:cNvSpPr/>
              <p:nvPr/>
            </p:nvSpPr>
            <p:spPr>
              <a:xfrm>
                <a:off x="54266" y="208546"/>
                <a:ext cx="2448000" cy="51373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0" name="Connecteur droit 1039">
                <a:extLst>
                  <a:ext uri="{FF2B5EF4-FFF2-40B4-BE49-F238E27FC236}">
                    <a16:creationId xmlns:a16="http://schemas.microsoft.com/office/drawing/2014/main" id="{E7A98F01-77F5-8AF1-99B5-57C66566FB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92826"/>
                <a:ext cx="244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1" name="Connecteur droit 1040">
                <a:extLst>
                  <a:ext uri="{FF2B5EF4-FFF2-40B4-BE49-F238E27FC236}">
                    <a16:creationId xmlns:a16="http://schemas.microsoft.com/office/drawing/2014/main" id="{AE092E5E-067B-FEA7-F62C-392E7CF1A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93258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2" name="Connecteur droit 1041">
                <a:extLst>
                  <a:ext uri="{FF2B5EF4-FFF2-40B4-BE49-F238E27FC236}">
                    <a16:creationId xmlns:a16="http://schemas.microsoft.com/office/drawing/2014/main" id="{CCD8F465-0904-6CFD-C99E-50AAC346C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27234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3" name="Connecteur droit 1042">
                <a:extLst>
                  <a:ext uri="{FF2B5EF4-FFF2-40B4-BE49-F238E27FC236}">
                    <a16:creationId xmlns:a16="http://schemas.microsoft.com/office/drawing/2014/main" id="{48C3F138-6632-3EDF-2E87-0BDD694F0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61210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4" name="Connecteur droit 1043">
                <a:extLst>
                  <a:ext uri="{FF2B5EF4-FFF2-40B4-BE49-F238E27FC236}">
                    <a16:creationId xmlns:a16="http://schemas.microsoft.com/office/drawing/2014/main" id="{58430F4C-6506-5ACD-A184-1AD0E06AC3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951862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5" name="Connecteur droit 1044">
                <a:extLst>
                  <a:ext uri="{FF2B5EF4-FFF2-40B4-BE49-F238E27FC236}">
                    <a16:creationId xmlns:a16="http://schemas.microsoft.com/office/drawing/2014/main" id="{9D38EDDA-0C32-8CE2-C32B-C98FB7EF5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291621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6" name="Connecteur droit 1045">
                <a:extLst>
                  <a:ext uri="{FF2B5EF4-FFF2-40B4-BE49-F238E27FC236}">
                    <a16:creationId xmlns:a16="http://schemas.microsoft.com/office/drawing/2014/main" id="{5748B613-538F-88F9-2B6A-F8634815DA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631380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7" name="Connecteur droit 1046">
                <a:extLst>
                  <a:ext uri="{FF2B5EF4-FFF2-40B4-BE49-F238E27FC236}">
                    <a16:creationId xmlns:a16="http://schemas.microsoft.com/office/drawing/2014/main" id="{7332AD7E-E404-6EAD-DEE8-A34AB09EB8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971139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" name="Connecteur droit 1047">
                <a:extLst>
                  <a:ext uri="{FF2B5EF4-FFF2-40B4-BE49-F238E27FC236}">
                    <a16:creationId xmlns:a16="http://schemas.microsoft.com/office/drawing/2014/main" id="{F36BB1FE-7F12-E11D-DB4F-613AB6C81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310898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9" name="Connecteur droit 1048">
                <a:extLst>
                  <a:ext uri="{FF2B5EF4-FFF2-40B4-BE49-F238E27FC236}">
                    <a16:creationId xmlns:a16="http://schemas.microsoft.com/office/drawing/2014/main" id="{CF09754A-D20A-E064-D053-B3462B8111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650657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0" name="Connecteur droit 1049">
                <a:extLst>
                  <a:ext uri="{FF2B5EF4-FFF2-40B4-BE49-F238E27FC236}">
                    <a16:creationId xmlns:a16="http://schemas.microsoft.com/office/drawing/2014/main" id="{625F335E-2B50-5992-0419-0BC5DF7823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990416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1" name="Connecteur droit 1050">
                <a:extLst>
                  <a:ext uri="{FF2B5EF4-FFF2-40B4-BE49-F238E27FC236}">
                    <a16:creationId xmlns:a16="http://schemas.microsoft.com/office/drawing/2014/main" id="{07196463-EB88-2F93-2014-0CD693E867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33017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2" name="Connecteur droit 1051">
                <a:extLst>
                  <a:ext uri="{FF2B5EF4-FFF2-40B4-BE49-F238E27FC236}">
                    <a16:creationId xmlns:a16="http://schemas.microsoft.com/office/drawing/2014/main" id="{110BBD8A-320D-D701-34AD-E398E0382D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66993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3" name="Connecteur droit 1052">
                <a:extLst>
                  <a:ext uri="{FF2B5EF4-FFF2-40B4-BE49-F238E27FC236}">
                    <a16:creationId xmlns:a16="http://schemas.microsoft.com/office/drawing/2014/main" id="{067BA583-ABEB-37D7-65EA-C5C7683738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00969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54" name="Rectangle : avec coins arrondis en haut 1053">
                <a:extLst>
                  <a:ext uri="{FF2B5EF4-FFF2-40B4-BE49-F238E27FC236}">
                    <a16:creationId xmlns:a16="http://schemas.microsoft.com/office/drawing/2014/main" id="{A2AB0931-4B14-0376-26DB-C3483BCB0BAC}"/>
                  </a:ext>
                </a:extLst>
              </p:cNvPr>
              <p:cNvSpPr/>
              <p:nvPr/>
            </p:nvSpPr>
            <p:spPr>
              <a:xfrm>
                <a:off x="54265" y="208546"/>
                <a:ext cx="2447305" cy="3842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5" name="Connecteur droit 1054">
                <a:extLst>
                  <a:ext uri="{FF2B5EF4-FFF2-40B4-BE49-F238E27FC236}">
                    <a16:creationId xmlns:a16="http://schemas.microsoft.com/office/drawing/2014/main" id="{DE737493-ADF2-B69A-834A-E7B61ED17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90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6" name="Connecteur droit 1055">
                <a:extLst>
                  <a:ext uri="{FF2B5EF4-FFF2-40B4-BE49-F238E27FC236}">
                    <a16:creationId xmlns:a16="http://schemas.microsoft.com/office/drawing/2014/main" id="{FA8509A2-E7FB-B911-6F5F-28310F9F04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49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7" name="Connecteur droit 1056">
                <a:extLst>
                  <a:ext uri="{FF2B5EF4-FFF2-40B4-BE49-F238E27FC236}">
                    <a16:creationId xmlns:a16="http://schemas.microsoft.com/office/drawing/2014/main" id="{F3114DD6-BF4A-CF59-19C4-53F2EABD6C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08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8" name="Connecteur droit 1057">
                <a:extLst>
                  <a:ext uri="{FF2B5EF4-FFF2-40B4-BE49-F238E27FC236}">
                    <a16:creationId xmlns:a16="http://schemas.microsoft.com/office/drawing/2014/main" id="{6A19C159-0E80-2EB5-01F8-7929579525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367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038" name="Picture 2" descr="Image générée">
              <a:extLst>
                <a:ext uri="{FF2B5EF4-FFF2-40B4-BE49-F238E27FC236}">
                  <a16:creationId xmlns:a16="http://schemas.microsoft.com/office/drawing/2014/main" id="{8C62B0EE-88B4-6771-51E2-79E205AA3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52832" y1="25684" x2="52832" y2="25684"/>
                          <a14:foregroundMark x1="49219" y1="31738" x2="49219" y2="31738"/>
                          <a14:foregroundMark x1="52637" y1="30273" x2="52637" y2="30273"/>
                          <a14:foregroundMark x1="52246" y1="19043" x2="52246" y2="19043"/>
                          <a14:foregroundMark x1="52246" y1="14941" x2="52246" y2="14941"/>
                          <a14:foregroundMark x1="42383" y1="14551" x2="42383" y2="14551"/>
                          <a14:foregroundMark x1="50000" y1="43164" x2="50000" y2="43164"/>
                          <a14:foregroundMark x1="64941" y1="31152" x2="64941" y2="31152"/>
                          <a14:foregroundMark x1="66113" y1="26270" x2="66113" y2="26270"/>
                          <a14:foregroundMark x1="63477" y1="22070" x2="63477" y2="22070"/>
                          <a14:foregroundMark x1="47754" y1="24414" x2="47754" y2="24414"/>
                          <a14:foregroundMark x1="32910" y1="49219" x2="32910" y2="492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1" y="1901190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9" name="Groupe 1058">
            <a:extLst>
              <a:ext uri="{FF2B5EF4-FFF2-40B4-BE49-F238E27FC236}">
                <a16:creationId xmlns:a16="http://schemas.microsoft.com/office/drawing/2014/main" id="{8228C2F6-7B41-A87B-CEFB-FDDD4B9E18D5}"/>
              </a:ext>
            </a:extLst>
          </p:cNvPr>
          <p:cNvGrpSpPr/>
          <p:nvPr/>
        </p:nvGrpSpPr>
        <p:grpSpPr>
          <a:xfrm>
            <a:off x="2542568" y="5450179"/>
            <a:ext cx="2448001" cy="5137360"/>
            <a:chOff x="50570" y="208546"/>
            <a:chExt cx="2448001" cy="5137360"/>
          </a:xfrm>
        </p:grpSpPr>
        <p:grpSp>
          <p:nvGrpSpPr>
            <p:cNvPr id="1060" name="Groupe 1059">
              <a:extLst>
                <a:ext uri="{FF2B5EF4-FFF2-40B4-BE49-F238E27FC236}">
                  <a16:creationId xmlns:a16="http://schemas.microsoft.com/office/drawing/2014/main" id="{7BC78B5D-9F92-F51E-52B9-A5E09DD2D9F8}"/>
                </a:ext>
              </a:extLst>
            </p:cNvPr>
            <p:cNvGrpSpPr/>
            <p:nvPr/>
          </p:nvGrpSpPr>
          <p:grpSpPr>
            <a:xfrm>
              <a:off x="50570" y="208546"/>
              <a:ext cx="2448001" cy="5137360"/>
              <a:chOff x="54265" y="208546"/>
              <a:chExt cx="2448001" cy="5137360"/>
            </a:xfrm>
          </p:grpSpPr>
          <p:sp>
            <p:nvSpPr>
              <p:cNvPr id="1062" name="Rectangle : coins arrondis 1061">
                <a:extLst>
                  <a:ext uri="{FF2B5EF4-FFF2-40B4-BE49-F238E27FC236}">
                    <a16:creationId xmlns:a16="http://schemas.microsoft.com/office/drawing/2014/main" id="{D502B69C-1112-4408-1433-356607057AB7}"/>
                  </a:ext>
                </a:extLst>
              </p:cNvPr>
              <p:cNvSpPr/>
              <p:nvPr/>
            </p:nvSpPr>
            <p:spPr>
              <a:xfrm>
                <a:off x="54266" y="208546"/>
                <a:ext cx="2448000" cy="51373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63" name="Connecteur droit 1062">
                <a:extLst>
                  <a:ext uri="{FF2B5EF4-FFF2-40B4-BE49-F238E27FC236}">
                    <a16:creationId xmlns:a16="http://schemas.microsoft.com/office/drawing/2014/main" id="{401B6C48-0AD6-9CAF-AB01-3DF29F65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92826"/>
                <a:ext cx="244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4" name="Connecteur droit 1063">
                <a:extLst>
                  <a:ext uri="{FF2B5EF4-FFF2-40B4-BE49-F238E27FC236}">
                    <a16:creationId xmlns:a16="http://schemas.microsoft.com/office/drawing/2014/main" id="{EBA0164A-F704-1CE1-4638-E9A29E36FD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93258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5" name="Connecteur droit 1064">
                <a:extLst>
                  <a:ext uri="{FF2B5EF4-FFF2-40B4-BE49-F238E27FC236}">
                    <a16:creationId xmlns:a16="http://schemas.microsoft.com/office/drawing/2014/main" id="{C6000BFF-410F-C0A7-A486-6CFD23BC09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27234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6" name="Connecteur droit 1065">
                <a:extLst>
                  <a:ext uri="{FF2B5EF4-FFF2-40B4-BE49-F238E27FC236}">
                    <a16:creationId xmlns:a16="http://schemas.microsoft.com/office/drawing/2014/main" id="{9F0D6D65-00A4-AE2D-4A3B-C2E3D8F72D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61210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7" name="Connecteur droit 1066">
                <a:extLst>
                  <a:ext uri="{FF2B5EF4-FFF2-40B4-BE49-F238E27FC236}">
                    <a16:creationId xmlns:a16="http://schemas.microsoft.com/office/drawing/2014/main" id="{5EFA5C0F-3324-9981-B41E-1D5806B297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951862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8" name="Connecteur droit 1067">
                <a:extLst>
                  <a:ext uri="{FF2B5EF4-FFF2-40B4-BE49-F238E27FC236}">
                    <a16:creationId xmlns:a16="http://schemas.microsoft.com/office/drawing/2014/main" id="{96FFA455-D7A1-72D3-581A-E71B17DCE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291621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9" name="Connecteur droit 1068">
                <a:extLst>
                  <a:ext uri="{FF2B5EF4-FFF2-40B4-BE49-F238E27FC236}">
                    <a16:creationId xmlns:a16="http://schemas.microsoft.com/office/drawing/2014/main" id="{B00C709E-1623-46BE-2FDC-AD762BAA98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631380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0" name="Connecteur droit 1069">
                <a:extLst>
                  <a:ext uri="{FF2B5EF4-FFF2-40B4-BE49-F238E27FC236}">
                    <a16:creationId xmlns:a16="http://schemas.microsoft.com/office/drawing/2014/main" id="{1E77AAA8-790B-D27E-6842-FC1B8A04B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971139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1" name="Connecteur droit 1070">
                <a:extLst>
                  <a:ext uri="{FF2B5EF4-FFF2-40B4-BE49-F238E27FC236}">
                    <a16:creationId xmlns:a16="http://schemas.microsoft.com/office/drawing/2014/main" id="{D5B3118C-F18F-5C70-C0DC-4B7C8B03DD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310898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2" name="Connecteur droit 1071">
                <a:extLst>
                  <a:ext uri="{FF2B5EF4-FFF2-40B4-BE49-F238E27FC236}">
                    <a16:creationId xmlns:a16="http://schemas.microsoft.com/office/drawing/2014/main" id="{CBE894EC-7C02-A485-CB14-2640D4EE5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650657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3" name="Connecteur droit 1072">
                <a:extLst>
                  <a:ext uri="{FF2B5EF4-FFF2-40B4-BE49-F238E27FC236}">
                    <a16:creationId xmlns:a16="http://schemas.microsoft.com/office/drawing/2014/main" id="{FBB8AA38-C589-C87A-658F-7489155D30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990416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4" name="Connecteur droit 1073">
                <a:extLst>
                  <a:ext uri="{FF2B5EF4-FFF2-40B4-BE49-F238E27FC236}">
                    <a16:creationId xmlns:a16="http://schemas.microsoft.com/office/drawing/2014/main" id="{E72EA1A0-0BA5-5312-3B1B-7EE0D52B12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33017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5" name="Connecteur droit 1074">
                <a:extLst>
                  <a:ext uri="{FF2B5EF4-FFF2-40B4-BE49-F238E27FC236}">
                    <a16:creationId xmlns:a16="http://schemas.microsoft.com/office/drawing/2014/main" id="{3E2B623F-29BE-D755-E0A1-671510F727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66993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6" name="Connecteur droit 1075">
                <a:extLst>
                  <a:ext uri="{FF2B5EF4-FFF2-40B4-BE49-F238E27FC236}">
                    <a16:creationId xmlns:a16="http://schemas.microsoft.com/office/drawing/2014/main" id="{07965046-2A9E-DA6E-3E42-492E9B488A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00969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7" name="Rectangle : avec coins arrondis en haut 1076">
                <a:extLst>
                  <a:ext uri="{FF2B5EF4-FFF2-40B4-BE49-F238E27FC236}">
                    <a16:creationId xmlns:a16="http://schemas.microsoft.com/office/drawing/2014/main" id="{F1AF62B2-AFDA-DBBD-B2E5-C7C83ADD2A14}"/>
                  </a:ext>
                </a:extLst>
              </p:cNvPr>
              <p:cNvSpPr/>
              <p:nvPr/>
            </p:nvSpPr>
            <p:spPr>
              <a:xfrm>
                <a:off x="54265" y="208546"/>
                <a:ext cx="2447305" cy="3842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78" name="Connecteur droit 1077">
                <a:extLst>
                  <a:ext uri="{FF2B5EF4-FFF2-40B4-BE49-F238E27FC236}">
                    <a16:creationId xmlns:a16="http://schemas.microsoft.com/office/drawing/2014/main" id="{66716020-9337-2E7C-5DB2-115F699D0D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90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9" name="Connecteur droit 1078">
                <a:extLst>
                  <a:ext uri="{FF2B5EF4-FFF2-40B4-BE49-F238E27FC236}">
                    <a16:creationId xmlns:a16="http://schemas.microsoft.com/office/drawing/2014/main" id="{473CCBE2-B2AF-C9A0-4711-DA457B44F1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49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0" name="Connecteur droit 1079">
                <a:extLst>
                  <a:ext uri="{FF2B5EF4-FFF2-40B4-BE49-F238E27FC236}">
                    <a16:creationId xmlns:a16="http://schemas.microsoft.com/office/drawing/2014/main" id="{A4DB573F-060B-1CCB-9CCF-3077D0FFB4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08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1" name="Connecteur droit 1080">
                <a:extLst>
                  <a:ext uri="{FF2B5EF4-FFF2-40B4-BE49-F238E27FC236}">
                    <a16:creationId xmlns:a16="http://schemas.microsoft.com/office/drawing/2014/main" id="{1CA0F390-CE24-AF99-74ED-642B7A9856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367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061" name="Picture 2" descr="Image générée">
              <a:extLst>
                <a:ext uri="{FF2B5EF4-FFF2-40B4-BE49-F238E27FC236}">
                  <a16:creationId xmlns:a16="http://schemas.microsoft.com/office/drawing/2014/main" id="{95A792F9-629A-E11B-F7E3-09370B8F6E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52832" y1="25684" x2="52832" y2="25684"/>
                          <a14:foregroundMark x1="49219" y1="31738" x2="49219" y2="31738"/>
                          <a14:foregroundMark x1="52637" y1="30273" x2="52637" y2="30273"/>
                          <a14:foregroundMark x1="52246" y1="19043" x2="52246" y2="19043"/>
                          <a14:foregroundMark x1="52246" y1="14941" x2="52246" y2="14941"/>
                          <a14:foregroundMark x1="42383" y1="14551" x2="42383" y2="14551"/>
                          <a14:foregroundMark x1="50000" y1="43164" x2="50000" y2="43164"/>
                          <a14:foregroundMark x1="64941" y1="31152" x2="64941" y2="31152"/>
                          <a14:foregroundMark x1="66113" y1="26270" x2="66113" y2="26270"/>
                          <a14:foregroundMark x1="63477" y1="22070" x2="63477" y2="22070"/>
                          <a14:foregroundMark x1="47754" y1="24414" x2="47754" y2="24414"/>
                          <a14:foregroundMark x1="32910" y1="49219" x2="32910" y2="492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1" y="1901190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2" name="Groupe 1081">
            <a:extLst>
              <a:ext uri="{FF2B5EF4-FFF2-40B4-BE49-F238E27FC236}">
                <a16:creationId xmlns:a16="http://schemas.microsoft.com/office/drawing/2014/main" id="{39C288B0-E896-B672-0614-49198B6343D0}"/>
              </a:ext>
            </a:extLst>
          </p:cNvPr>
          <p:cNvGrpSpPr/>
          <p:nvPr/>
        </p:nvGrpSpPr>
        <p:grpSpPr>
          <a:xfrm>
            <a:off x="30505" y="5450179"/>
            <a:ext cx="2448001" cy="5137360"/>
            <a:chOff x="50570" y="208546"/>
            <a:chExt cx="2448001" cy="5137360"/>
          </a:xfrm>
        </p:grpSpPr>
        <p:grpSp>
          <p:nvGrpSpPr>
            <p:cNvPr id="1083" name="Groupe 1082">
              <a:extLst>
                <a:ext uri="{FF2B5EF4-FFF2-40B4-BE49-F238E27FC236}">
                  <a16:creationId xmlns:a16="http://schemas.microsoft.com/office/drawing/2014/main" id="{A7982BCD-63B1-B1CC-674A-7245AFBC2F16}"/>
                </a:ext>
              </a:extLst>
            </p:cNvPr>
            <p:cNvGrpSpPr/>
            <p:nvPr/>
          </p:nvGrpSpPr>
          <p:grpSpPr>
            <a:xfrm>
              <a:off x="50570" y="208546"/>
              <a:ext cx="2448001" cy="5137360"/>
              <a:chOff x="54265" y="208546"/>
              <a:chExt cx="2448001" cy="5137360"/>
            </a:xfrm>
          </p:grpSpPr>
          <p:sp>
            <p:nvSpPr>
              <p:cNvPr id="1085" name="Rectangle : coins arrondis 1084">
                <a:extLst>
                  <a:ext uri="{FF2B5EF4-FFF2-40B4-BE49-F238E27FC236}">
                    <a16:creationId xmlns:a16="http://schemas.microsoft.com/office/drawing/2014/main" id="{D8BAD064-BA3F-B97D-4C33-2673EA0545F8}"/>
                  </a:ext>
                </a:extLst>
              </p:cNvPr>
              <p:cNvSpPr/>
              <p:nvPr/>
            </p:nvSpPr>
            <p:spPr>
              <a:xfrm>
                <a:off x="54266" y="208546"/>
                <a:ext cx="2448000" cy="51373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6" name="Connecteur droit 1085">
                <a:extLst>
                  <a:ext uri="{FF2B5EF4-FFF2-40B4-BE49-F238E27FC236}">
                    <a16:creationId xmlns:a16="http://schemas.microsoft.com/office/drawing/2014/main" id="{34718F66-AC0D-DC50-7FAD-1CE34F4716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92826"/>
                <a:ext cx="244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7" name="Connecteur droit 1086">
                <a:extLst>
                  <a:ext uri="{FF2B5EF4-FFF2-40B4-BE49-F238E27FC236}">
                    <a16:creationId xmlns:a16="http://schemas.microsoft.com/office/drawing/2014/main" id="{0E3FDE56-A4E1-2359-3DAA-BDE7B94AE3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93258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8" name="Connecteur droit 1087">
                <a:extLst>
                  <a:ext uri="{FF2B5EF4-FFF2-40B4-BE49-F238E27FC236}">
                    <a16:creationId xmlns:a16="http://schemas.microsoft.com/office/drawing/2014/main" id="{264A413E-9DAC-2CD1-0A21-5A46849728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27234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9" name="Connecteur droit 1088">
                <a:extLst>
                  <a:ext uri="{FF2B5EF4-FFF2-40B4-BE49-F238E27FC236}">
                    <a16:creationId xmlns:a16="http://schemas.microsoft.com/office/drawing/2014/main" id="{2F8993DA-94A5-CF5A-7A7C-6C4C111069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61210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0" name="Connecteur droit 1089">
                <a:extLst>
                  <a:ext uri="{FF2B5EF4-FFF2-40B4-BE49-F238E27FC236}">
                    <a16:creationId xmlns:a16="http://schemas.microsoft.com/office/drawing/2014/main" id="{01908182-05D1-FC64-3FBB-D6B6C0E16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1951862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1" name="Connecteur droit 1090">
                <a:extLst>
                  <a:ext uri="{FF2B5EF4-FFF2-40B4-BE49-F238E27FC236}">
                    <a16:creationId xmlns:a16="http://schemas.microsoft.com/office/drawing/2014/main" id="{9E0C0ACB-B263-A893-B112-3E0964352F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291621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2" name="Connecteur droit 1091">
                <a:extLst>
                  <a:ext uri="{FF2B5EF4-FFF2-40B4-BE49-F238E27FC236}">
                    <a16:creationId xmlns:a16="http://schemas.microsoft.com/office/drawing/2014/main" id="{C1B0E067-5DDB-1EB5-6656-F4D6A0BEFE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631380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3" name="Connecteur droit 1092">
                <a:extLst>
                  <a:ext uri="{FF2B5EF4-FFF2-40B4-BE49-F238E27FC236}">
                    <a16:creationId xmlns:a16="http://schemas.microsoft.com/office/drawing/2014/main" id="{4C633710-B4F0-0C06-2275-C59881A264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2971139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4" name="Connecteur droit 1093">
                <a:extLst>
                  <a:ext uri="{FF2B5EF4-FFF2-40B4-BE49-F238E27FC236}">
                    <a16:creationId xmlns:a16="http://schemas.microsoft.com/office/drawing/2014/main" id="{C1E81402-FF5B-F7E4-6332-25CC4E71B4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310898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5" name="Connecteur droit 1094">
                <a:extLst>
                  <a:ext uri="{FF2B5EF4-FFF2-40B4-BE49-F238E27FC236}">
                    <a16:creationId xmlns:a16="http://schemas.microsoft.com/office/drawing/2014/main" id="{A9C619C0-8C19-7053-B923-EF82D5F1DD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650657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6" name="Connecteur droit 1095">
                <a:extLst>
                  <a:ext uri="{FF2B5EF4-FFF2-40B4-BE49-F238E27FC236}">
                    <a16:creationId xmlns:a16="http://schemas.microsoft.com/office/drawing/2014/main" id="{B0F38D12-50FB-FB5E-7D5D-A8522F338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3990416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7" name="Connecteur droit 1096">
                <a:extLst>
                  <a:ext uri="{FF2B5EF4-FFF2-40B4-BE49-F238E27FC236}">
                    <a16:creationId xmlns:a16="http://schemas.microsoft.com/office/drawing/2014/main" id="{7FC83072-F115-168A-81D1-74B1D366A2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330175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8" name="Connecteur droit 1097">
                <a:extLst>
                  <a:ext uri="{FF2B5EF4-FFF2-40B4-BE49-F238E27FC236}">
                    <a16:creationId xmlns:a16="http://schemas.microsoft.com/office/drawing/2014/main" id="{9391E689-B953-699F-F661-E1625F7122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4669934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9" name="Connecteur droit 1098">
                <a:extLst>
                  <a:ext uri="{FF2B5EF4-FFF2-40B4-BE49-F238E27FC236}">
                    <a16:creationId xmlns:a16="http://schemas.microsoft.com/office/drawing/2014/main" id="{E7E5FFB9-7423-4500-FE12-9ED6E1EF74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" y="5009693"/>
                <a:ext cx="2447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00" name="Rectangle : avec coins arrondis en haut 1099">
                <a:extLst>
                  <a:ext uri="{FF2B5EF4-FFF2-40B4-BE49-F238E27FC236}">
                    <a16:creationId xmlns:a16="http://schemas.microsoft.com/office/drawing/2014/main" id="{241CD85D-A744-3C4D-082E-EECCA2EF34FC}"/>
                  </a:ext>
                </a:extLst>
              </p:cNvPr>
              <p:cNvSpPr/>
              <p:nvPr/>
            </p:nvSpPr>
            <p:spPr>
              <a:xfrm>
                <a:off x="54265" y="208546"/>
                <a:ext cx="2447305" cy="3842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01" name="Connecteur droit 1100">
                <a:extLst>
                  <a:ext uri="{FF2B5EF4-FFF2-40B4-BE49-F238E27FC236}">
                    <a16:creationId xmlns:a16="http://schemas.microsoft.com/office/drawing/2014/main" id="{B79715D0-8BB9-09DE-FAAF-A4DF84786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90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2" name="Connecteur droit 1101">
                <a:extLst>
                  <a:ext uri="{FF2B5EF4-FFF2-40B4-BE49-F238E27FC236}">
                    <a16:creationId xmlns:a16="http://schemas.microsoft.com/office/drawing/2014/main" id="{FD40D479-113D-27B3-C74A-A38E561C43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49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3" name="Connecteur droit 1102">
                <a:extLst>
                  <a:ext uri="{FF2B5EF4-FFF2-40B4-BE49-F238E27FC236}">
                    <a16:creationId xmlns:a16="http://schemas.microsoft.com/office/drawing/2014/main" id="{97FC7E38-8472-7D25-9A9E-C849385FC9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08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4" name="Connecteur droit 1103">
                <a:extLst>
                  <a:ext uri="{FF2B5EF4-FFF2-40B4-BE49-F238E27FC236}">
                    <a16:creationId xmlns:a16="http://schemas.microsoft.com/office/drawing/2014/main" id="{FA7797D2-75D9-FC73-B52F-25F52798E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3677" y="208546"/>
                <a:ext cx="0" cy="513736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084" name="Picture 2" descr="Image générée">
              <a:extLst>
                <a:ext uri="{FF2B5EF4-FFF2-40B4-BE49-F238E27FC236}">
                  <a16:creationId xmlns:a16="http://schemas.microsoft.com/office/drawing/2014/main" id="{824270FC-1014-6429-0428-F7F520457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52832" y1="25684" x2="52832" y2="25684"/>
                          <a14:foregroundMark x1="49219" y1="31738" x2="49219" y2="31738"/>
                          <a14:foregroundMark x1="52637" y1="30273" x2="52637" y2="30273"/>
                          <a14:foregroundMark x1="52246" y1="19043" x2="52246" y2="19043"/>
                          <a14:foregroundMark x1="52246" y1="14941" x2="52246" y2="14941"/>
                          <a14:foregroundMark x1="42383" y1="14551" x2="42383" y2="14551"/>
                          <a14:foregroundMark x1="50000" y1="43164" x2="50000" y2="43164"/>
                          <a14:foregroundMark x1="64941" y1="31152" x2="64941" y2="31152"/>
                          <a14:foregroundMark x1="66113" y1="26270" x2="66113" y2="26270"/>
                          <a14:foregroundMark x1="63477" y1="22070" x2="63477" y2="22070"/>
                          <a14:foregroundMark x1="47754" y1="24414" x2="47754" y2="24414"/>
                          <a14:foregroundMark x1="32910" y1="49219" x2="32910" y2="492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1" y="1901190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688783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Flattot (Student at CentraleSupelec)</dc:creator>
  <cp:lastModifiedBy>Vincent Flattot (Student at CentraleSupelec)</cp:lastModifiedBy>
  <cp:revision>1</cp:revision>
  <cp:lastPrinted>2025-09-26T08:42:10Z</cp:lastPrinted>
  <dcterms:created xsi:type="dcterms:W3CDTF">2025-09-26T07:51:23Z</dcterms:created>
  <dcterms:modified xsi:type="dcterms:W3CDTF">2025-09-26T08:42:37Z</dcterms:modified>
</cp:coreProperties>
</file>